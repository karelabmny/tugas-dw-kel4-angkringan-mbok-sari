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9" d="100"/>
          <a:sy n="129" d="100"/>
        </p:scale>
        <p:origin x="13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96146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Perkenalan kelompok dan tema. Isi nomor kelompok dan nama anggota sebelum presentasi.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buka index.html, klik tiap menu, lalu perkecil jendela browser untuk menunjukkan responsive.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23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97280"/>
            <a:ext cx="109728" cy="182880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10058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Profil Responsif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6916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UMKM Kuliner Lokal: Angkringan Mbok Sari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23671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Tugas Kelompok Mata Kuliah Desain Web (HTML5 + CSS3)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5676" y="2690356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FFF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Kelompok</a:t>
            </a:r>
            <a:r>
              <a:rPr lang="en-US" sz="1300" dirty="0">
                <a:solidFill>
                  <a:srgbClr val="FFF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5676" y="3101242"/>
            <a:ext cx="7772400" cy="1126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Anggota: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300" dirty="0">
                <a:solidFill>
                  <a:srgbClr val="FFF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Karel </a:t>
            </a:r>
            <a:r>
              <a:rPr lang="en-US" sz="1300" dirty="0" err="1">
                <a:solidFill>
                  <a:srgbClr val="FFF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Abimanyu</a:t>
            </a:r>
            <a:r>
              <a:rPr lang="en-US" sz="1300" dirty="0">
                <a:solidFill>
                  <a:srgbClr val="FFF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4525210031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300" dirty="0">
                <a:solidFill>
                  <a:srgbClr val="FFF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Khairul Adam – 4525210035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300" dirty="0">
                <a:solidFill>
                  <a:srgbClr val="FFF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Nabil </a:t>
            </a:r>
            <a:r>
              <a:rPr lang="en-US" sz="1300" dirty="0" err="1">
                <a:solidFill>
                  <a:srgbClr val="FFF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Nugraha</a:t>
            </a:r>
            <a:r>
              <a:rPr lang="en-US" sz="1300" dirty="0">
                <a:solidFill>
                  <a:srgbClr val="FFF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4525210052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300" dirty="0">
                <a:solidFill>
                  <a:srgbClr val="FFF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</a:t>
            </a:r>
            <a:r>
              <a:rPr lang="en-US" sz="1300" dirty="0" err="1">
                <a:solidFill>
                  <a:srgbClr val="FFF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Gede</a:t>
            </a:r>
            <a:r>
              <a:rPr lang="en-US" sz="1300" dirty="0">
                <a:solidFill>
                  <a:srgbClr val="FFF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dirty="0" err="1">
                <a:solidFill>
                  <a:srgbClr val="FFF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Ardhika</a:t>
            </a:r>
            <a:r>
              <a:rPr lang="en-US" sz="1300" dirty="0">
                <a:solidFill>
                  <a:srgbClr val="FFF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4525210080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300" dirty="0">
                <a:solidFill>
                  <a:srgbClr val="FFF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Nabil Zidane – 4525210144</a:t>
            </a:r>
          </a:p>
          <a:p>
            <a:pPr marL="0" indent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B2314"/>
          </a:solidFill>
          <a:ln w="12700">
            <a:solidFill>
              <a:srgbClr val="3B231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&amp; Tujuan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Desain Web • </a:t>
            </a:r>
            <a:r>
              <a:rPr lang="en-US" sz="900" dirty="0" err="1">
                <a:solidFill>
                  <a:srgbClr val="8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Kelompok</a:t>
            </a:r>
            <a:r>
              <a:rPr lang="en-US" sz="900" dirty="0">
                <a:solidFill>
                  <a:srgbClr val="8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 • 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3192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CD9B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3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Tema: UMKM Kuliner Lokal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536192"/>
            <a:ext cx="36576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B23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Objek simulasi: Angkringan Mbok Sari, angkringan malam hari dengan nasi kucing, sate-satean, gorengan, dan wedang jahe.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B23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Cocok memakai teks, gambar, list, hyperlink, dan tabel secara alami.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B23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Alamat, kontak, dan harga adalah simulasi.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93192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CD9B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3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Tujuan Website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536192"/>
            <a:ext cx="36576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B23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Mengenalkan usaha kepada pengunjung umum.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B23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Menampilkan menu dan harga dengan jelas.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B23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Navigasi konsisten di semua halaman.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B23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Nyaman dibuka di desktop, tablet, dan mobile.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B2314"/>
          </a:solidFill>
          <a:ln w="12700">
            <a:solidFill>
              <a:srgbClr val="3B231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Sitemap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Desain Web • </a:t>
            </a:r>
            <a:r>
              <a:rPr lang="en-US" sz="900" dirty="0" err="1">
                <a:solidFill>
                  <a:srgbClr val="8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Kelompok</a:t>
            </a:r>
            <a:r>
              <a:rPr lang="en-US" sz="900" dirty="0">
                <a:solidFill>
                  <a:srgbClr val="8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 • 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108960" y="1005840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200400" y="10058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index.html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Beranda: hero, 3 kartu info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80560" y="1737360"/>
            <a:ext cx="0" cy="365760"/>
          </a:xfrm>
          <a:prstGeom prst="line">
            <a:avLst/>
          </a:prstGeom>
          <a:noFill/>
          <a:ln w="19050">
            <a:solidFill>
              <a:srgbClr val="3B2314"/>
            </a:solidFill>
            <a:prstDash val="solid"/>
          </a:ln>
        </p:spPr>
        <p:txBody>
          <a:bodyPr/>
          <a:lstStyle/>
          <a:p>
            <a:endParaRPr lang="en-ID" dirty="0"/>
          </a:p>
        </p:txBody>
      </p:sp>
      <p:sp>
        <p:nvSpPr>
          <p:cNvPr id="8" name="Shape 6"/>
          <p:cNvSpPr/>
          <p:nvPr/>
        </p:nvSpPr>
        <p:spPr>
          <a:xfrm>
            <a:off x="1600200" y="2103120"/>
            <a:ext cx="5760720" cy="0"/>
          </a:xfrm>
          <a:prstGeom prst="line">
            <a:avLst/>
          </a:prstGeom>
          <a:noFill/>
          <a:ln w="19050">
            <a:solidFill>
              <a:srgbClr val="3B231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00200" y="2103120"/>
            <a:ext cx="0" cy="365760"/>
          </a:xfrm>
          <a:prstGeom prst="line">
            <a:avLst/>
          </a:prstGeom>
          <a:noFill/>
          <a:ln w="19050">
            <a:solidFill>
              <a:srgbClr val="3B231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468880"/>
            <a:ext cx="2286000" cy="822960"/>
          </a:xfrm>
          <a:prstGeom prst="roundRect">
            <a:avLst>
              <a:gd name="adj" fmla="val 8889"/>
            </a:avLst>
          </a:prstGeom>
          <a:solidFill>
            <a:srgbClr val="3B2314"/>
          </a:solidFill>
          <a:ln w="12700">
            <a:solidFill>
              <a:srgbClr val="3B231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profil.html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Cerita usaha, visi misi, kontak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480560" y="2103120"/>
            <a:ext cx="0" cy="365760"/>
          </a:xfrm>
          <a:prstGeom prst="line">
            <a:avLst/>
          </a:prstGeom>
          <a:noFill/>
          <a:ln w="19050">
            <a:solidFill>
              <a:srgbClr val="3B231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37560" y="2468880"/>
            <a:ext cx="2286000" cy="822960"/>
          </a:xfrm>
          <a:prstGeom prst="roundRect">
            <a:avLst>
              <a:gd name="adj" fmla="val 8889"/>
            </a:avLst>
          </a:prstGeom>
          <a:solidFill>
            <a:srgbClr val="3B2314"/>
          </a:solidFill>
          <a:ln w="12700">
            <a:solidFill>
              <a:srgbClr val="3B231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42900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galeri.html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foto produk + keterangan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60920" y="2103120"/>
            <a:ext cx="0" cy="365760"/>
          </a:xfrm>
          <a:prstGeom prst="line">
            <a:avLst/>
          </a:prstGeom>
          <a:noFill/>
          <a:ln w="19050">
            <a:solidFill>
              <a:srgbClr val="3B231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2468880"/>
            <a:ext cx="2286000" cy="822960"/>
          </a:xfrm>
          <a:prstGeom prst="roundRect">
            <a:avLst>
              <a:gd name="adj" fmla="val 8889"/>
            </a:avLst>
          </a:prstGeom>
          <a:solidFill>
            <a:srgbClr val="3B2314"/>
          </a:solidFill>
          <a:ln w="12700">
            <a:solidFill>
              <a:srgbClr val="3B231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0936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data.html</a:t>
            </a:r>
            <a:endParaRPr lang="en-US" sz="13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 9 menu &amp; harga, jam buka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B23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 navigasi yang sama dipasang di keempat halaman; setiap halaman menaut ke halaman lain.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B2314"/>
          </a:solidFill>
          <a:ln w="12700">
            <a:solidFill>
              <a:srgbClr val="3B231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Pembagian Tugas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Desain Web • </a:t>
            </a:r>
            <a:r>
              <a:rPr lang="en-US" sz="900" dirty="0" err="1">
                <a:solidFill>
                  <a:srgbClr val="8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Kelompok</a:t>
            </a:r>
            <a:r>
              <a:rPr lang="en-US" sz="900" dirty="0">
                <a:solidFill>
                  <a:srgbClr val="8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 • 4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7386782"/>
              </p:ext>
            </p:extLst>
          </p:nvPr>
        </p:nvGraphicFramePr>
        <p:xfrm>
          <a:off x="457200" y="1097280"/>
          <a:ext cx="8229600" cy="329184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32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Peran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32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Tanggung jawab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32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32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23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3B23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Koordinator / Integrator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23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Struktur folder, menggabungkan file, memastikan semua halaman terhubung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23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Karel </a:t>
                      </a:r>
                      <a:r>
                        <a:rPr lang="en-US" sz="1050" dirty="0" err="1">
                          <a:solidFill>
                            <a:srgbClr val="3B23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Abimanyu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23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3B23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HTML Content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23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Struktur HTML5, heading, paragraf, list, komentar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23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Khairul Adam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23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3B23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 &amp; Data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23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Gambar, alt text, hyperlink, atribut, tabel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23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Nabil </a:t>
                      </a:r>
                      <a:r>
                        <a:rPr lang="en-US" sz="1050" dirty="0" err="1">
                          <a:solidFill>
                            <a:srgbClr val="3B23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Nugraha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23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3B23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CSS &amp; Layout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23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style.css, box model, Flexbox, responsive, embedded font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23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</a:t>
                      </a:r>
                      <a:r>
                        <a:rPr lang="en-US" sz="1050" dirty="0" err="1">
                          <a:solidFill>
                            <a:srgbClr val="3B23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Gede</a:t>
                      </a:r>
                      <a:r>
                        <a:rPr lang="en-US" sz="1050" dirty="0">
                          <a:solidFill>
                            <a:srgbClr val="3B23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1050" dirty="0" err="1">
                          <a:solidFill>
                            <a:srgbClr val="3B23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Ardhika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23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3B23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Quality &amp; Presenter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231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Uji link/path/responsive, demo, menjelaskan keputusan desain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B2314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Nabil Zidane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C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C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C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CD9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B2314"/>
          </a:solidFill>
          <a:ln w="12700">
            <a:solidFill>
              <a:srgbClr val="3B231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Fitur HTML &amp; CSS yang Dipakai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Desain Web • </a:t>
            </a:r>
            <a:r>
              <a:rPr lang="en-US" sz="900" dirty="0" err="1">
                <a:solidFill>
                  <a:srgbClr val="8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Kelompok</a:t>
            </a:r>
            <a:r>
              <a:rPr lang="en-US" sz="900" dirty="0">
                <a:solidFill>
                  <a:srgbClr val="8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 • 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3192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CD9B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3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536192"/>
            <a:ext cx="36576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B23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semantik: header, nav, main, section, article, aside, figure, footer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B23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Heading, paragraf, list (ul/ol), komentar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B23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Gambar dengan alt, width, height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B23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Hyperlink internal, mailto, tel, dan eksternal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B23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Tabel: caption, thead, tbody, tfoot, colspan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93192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CD9B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3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536192"/>
            <a:ext cx="36576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B23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eksternal assets/css/style.css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B23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 model: padding, margin, border, box-sizing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B23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Flexbox untuk header, hero, kartu, dan galeri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B23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Embedded font (@font-face, woff2)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B23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Variabel warna dan media query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B2314"/>
          </a:solidFill>
          <a:ln w="12700">
            <a:solidFill>
              <a:srgbClr val="3B231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Responsive: Beranda Desktop vs Mobile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Desain Web • </a:t>
            </a:r>
            <a:r>
              <a:rPr lang="en-US" sz="900" dirty="0" err="1">
                <a:solidFill>
                  <a:srgbClr val="8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Kelompok</a:t>
            </a:r>
            <a:r>
              <a:rPr lang="en-US" sz="900" dirty="0">
                <a:solidFill>
                  <a:srgbClr val="8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 • 6</a:t>
            </a:r>
            <a:endParaRPr lang="en-US" sz="900" dirty="0"/>
          </a:p>
        </p:txBody>
      </p:sp>
      <p:pic>
        <p:nvPicPr>
          <p:cNvPr id="5" name="Image 0" descr="/mnt/user-data/uploads/index-desk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5212080" cy="30003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41148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B23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Desktop: hero 2 kolom (teks + foto), 3 kartu info sejajar</a:t>
            </a:r>
            <a:endParaRPr lang="en-US" sz="1000" dirty="0"/>
          </a:p>
        </p:txBody>
      </p:sp>
      <p:pic>
        <p:nvPicPr>
          <p:cNvPr id="7" name="Image 1" descr="/mnt/user-data/uploads/index-mobi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960120"/>
            <a:ext cx="978408" cy="361855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543800" y="109728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B23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(≤ 768 px): hero dan kartu ditumpuk ke bawah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B2314"/>
          </a:solidFill>
          <a:ln w="12700">
            <a:solidFill>
              <a:srgbClr val="3B231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Hasil Akhir: Profil, Galeri, Menu &amp; Harga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Desain Web • </a:t>
            </a:r>
            <a:r>
              <a:rPr lang="en-US" sz="900" dirty="0" err="1">
                <a:solidFill>
                  <a:srgbClr val="8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Kelompok</a:t>
            </a:r>
            <a:r>
              <a:rPr lang="en-US" sz="900" dirty="0">
                <a:solidFill>
                  <a:srgbClr val="8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 • 7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601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3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</a:t>
            </a:r>
            <a:endParaRPr lang="en-US" sz="1300" dirty="0"/>
          </a:p>
        </p:txBody>
      </p:sp>
      <p:pic>
        <p:nvPicPr>
          <p:cNvPr id="6" name="Image 0" descr="/mnt/user-data/uploads/profile-desk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2651760" cy="1497497"/>
          </a:xfrm>
          <a:prstGeom prst="rect">
            <a:avLst/>
          </a:prstGeom>
        </p:spPr>
      </p:pic>
      <p:pic>
        <p:nvPicPr>
          <p:cNvPr id="7" name="Image 1" descr="m-prof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926080"/>
            <a:ext cx="1042416" cy="177045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45920" y="301752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B23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Konten 2 kolom jadi 1 kolom; kontak pindah ke bawah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3246120" y="9601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3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Galeri</a:t>
            </a:r>
            <a:endParaRPr lang="en-US" sz="1300" dirty="0"/>
          </a:p>
        </p:txBody>
      </p:sp>
      <p:pic>
        <p:nvPicPr>
          <p:cNvPr id="10" name="Image 2" descr="/mnt/user-data/uploads/Galeri-deskt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6120" y="1280160"/>
            <a:ext cx="2651760" cy="1526474"/>
          </a:xfrm>
          <a:prstGeom prst="rect">
            <a:avLst/>
          </a:prstGeom>
        </p:spPr>
      </p:pic>
      <p:pic>
        <p:nvPicPr>
          <p:cNvPr id="11" name="Image 3" descr="m-galer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46120" y="2926080"/>
            <a:ext cx="1042416" cy="1770453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4434840" y="301752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B23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 foto 3 kolom jadi 1 kolom</a:t>
            </a:r>
            <a:endParaRPr lang="en-US" sz="1000" dirty="0"/>
          </a:p>
        </p:txBody>
      </p:sp>
      <p:sp>
        <p:nvSpPr>
          <p:cNvPr id="13" name="Text 7"/>
          <p:cNvSpPr txBox="1"/>
          <p:nvPr/>
        </p:nvSpPr>
        <p:spPr>
          <a:xfrm>
            <a:off x="6035040" y="9601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3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 &amp; Harga</a:t>
            </a:r>
            <a:endParaRPr lang="en-US" sz="1300" dirty="0"/>
          </a:p>
        </p:txBody>
      </p:sp>
      <p:pic>
        <p:nvPicPr>
          <p:cNvPr id="14" name="Image 4" descr="/mnt/user-data/uploads/Menu-deskto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35040" y="1280160"/>
            <a:ext cx="2651760" cy="1519485"/>
          </a:xfrm>
          <a:prstGeom prst="rect">
            <a:avLst/>
          </a:prstGeom>
        </p:spPr>
      </p:pic>
      <p:pic>
        <p:nvPicPr>
          <p:cNvPr id="15" name="Image 5" descr="m-menu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35040" y="2926080"/>
            <a:ext cx="1042416" cy="1770453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7223760" y="301752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B23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 digeser horizontal di dalam kotaknya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B2314"/>
          </a:solidFill>
          <a:ln w="12700">
            <a:solidFill>
              <a:srgbClr val="3B231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Uji Kualitas &amp; Penutup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Desain Web • </a:t>
            </a:r>
            <a:r>
              <a:rPr lang="en-US" sz="900" dirty="0" err="1">
                <a:solidFill>
                  <a:srgbClr val="8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Kelompok</a:t>
            </a:r>
            <a:r>
              <a:rPr lang="en-US" sz="900" dirty="0">
                <a:solidFill>
                  <a:srgbClr val="8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 •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3192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CD9B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3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QA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536192"/>
            <a:ext cx="36576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B23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Semua link dan path relatif berfungsi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B23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Semua gambar punya alt text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 err="1">
                <a:solidFill>
                  <a:srgbClr val="3B23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Diuji</a:t>
            </a:r>
            <a:r>
              <a:rPr lang="en-US" sz="1400" dirty="0">
                <a:solidFill>
                  <a:srgbClr val="3B23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 desktop dan mobile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93192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CD9B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3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Pelajaran Kelompok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536192"/>
            <a:ext cx="36576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B23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Struktur folder disepakati sejak awal supaya path tidak berantakan.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B23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Nama usaha dan data harus konsisten di semua halaman.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B23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 di layar kecil sebelum finalisasi.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596</Words>
  <Application>Microsoft Office PowerPoint</Application>
  <PresentationFormat>On-screen Show (16:9)</PresentationFormat>
  <Paragraphs>104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Presentasi Kelompok - Website Profil Angkringan Mbok Sari</dc:title>
  <dc:subject>PptxGenJS Presentation</dc:subject>
  <dc:creator>PptxGenJS</dc:creator>
  <cp:lastModifiedBy>Yusup Ahpandi</cp:lastModifiedBy>
  <cp:revision>2</cp:revision>
  <dcterms:created xsi:type="dcterms:W3CDTF">2026-10-14T02:08:44Z</dcterms:created>
  <dcterms:modified xsi:type="dcterms:W3CDTF">2026-10-14T02:30:25Z</dcterms:modified>
</cp:coreProperties>
</file>